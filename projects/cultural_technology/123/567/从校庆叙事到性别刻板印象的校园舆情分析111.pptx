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老师好，大家好。今天我分享的案例，就发生在咱们学校——交大130周年校庆期间，一支校友拍的微电影因为一句台词，闹得水源和小红书全炸了。表面看只是个小争议，往深里看，它其实是个很典型的校园文化传播事件：一句话怎么触发性别刻板印象，又怎么被平台不断放大，最后变成全校公共话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没看过的人先记住这句台词就够了：男生从电竞打到敲代码，女生从舞蹈社直接当宝妈。学校本来想展示多元路径，结果很多人觉得这是在暗示‘男生搞事业，女生最后回归家庭’。争议就从这里开始，在水源和小红书越吵越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选这个案例，是因为它太适合这门课了。校庆本来是正面宣传，结果一句台词直接把话题拉到性别刻板印象上。这不光是作品问题，更是传播问题、身份问题，也是平台问题——特别能体现文化内容在科技环境下会怎么被重新解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件事被放大，和当下校庆大背景分不开。官网全是130周年专题，校友返校日、调课通知一堆，学校本身就在强推正面叙事。微电影又是学校一直鼓励的校园文化产品，所以大家自然会把它当成‘学校在说话’，一句台词不对味，就容易被当成官方态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真正让大家炸毛的，不是‘宝妈’这个词，而是它和‘舞蹈社女生’直接对应，好像女生社团经历的终点就是当妈。男生却是电竞到代码，一路职业上升。这个对比太明显了，很多同学觉得这不是幽默，是把老一套性别分工又搬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争议没停在台词上。水源里大家更冷静地在讨论学校为什么这么写，小红书直接把情绪复制、放大。结果大家争的已经不是作品好坏，而是学校到底用什么眼光看学生。话题彻底变了。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平台作用太关键了。同样一句台词，在水源是辩论，在小红书就成了情绪炸锅。平台不是单纯传话筒，它会重新包装内容，让同一件事在不同地方长出不同面孔。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为什么会被读成性别对立？因为它把很传统的分工逻辑又说了一遍：男生技术上升，女生家庭收束。这个对应太容易戳到身份认同了。学校想讲‘多元’，结果学生读出来的是‘刻板’，冲突就这么产生了。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这门课的角度看，这件事最有启发的地方在于：文化内容一旦上了平台，就不再是单纯创作，而是传播与解读的博弈。借用传播学里的编码-解码理论，学校想编码一个正面校庆故事，学生却解码出了刻板印象。这提醒我们，校园传播得把受众感受和平台逻辑一起考虑进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总结一下，这件事不是一句台词的小翻车，而是一个完整的链式事件：校庆叙事先出现，刻板印象被触发，平台再一放大，就成了校园舆情。它告诉我们，校园传播不光要会‘说’，更要懂得‘会被怎么听’。谢谢大家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jpeg" Type="http://schemas.openxmlformats.org/officeDocument/2006/relationships/image"/><Relationship Id="rId12" Target="../notesSlides/notesSlide2.xml" Type="http://schemas.openxmlformats.org/officeDocument/2006/relationships/notesSlid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4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3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jpe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notesSlides/notesSlide9.xml" Type="http://schemas.openxmlformats.org/officeDocument/2006/relationships/notesSlide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2.png" Type="http://schemas.openxmlformats.org/officeDocument/2006/relationships/image"/><Relationship Id="rId2" Target="../media/image57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F4F4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651000"/>
            <a:ext cx="1092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从校庆叙事到性别刻板印象：一句台词如何在平台放大中变成校园舆情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C8E6C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文化与科技概论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82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报告人：李木子|  文化产业管理专业  |  2026.4.29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943600" y="1143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805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校庆微电影风波：这件事到底在吵什么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2F4F4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2225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暴雷的一句台词：</a:t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“电竞大神敲上了代码，</a:t>
            </a:r>
            <a: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舞台c位变成了宝妈”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96000" y="1651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604000" y="1600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舆情起因：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校庆微电影一句台词引发热议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0" y="2413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604000" y="2362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核心争议：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台词是否强化了性别刻板印象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0" y="317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604000" y="3124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讨论阵地：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rcRect l="6729" r="5263" t="0" b="1639"/>
          <a:stretch>
            <a:fillRect/>
          </a:stretch>
        </p:blipFill>
        <p:spPr>
          <a:xfrm rot="0" flipH="false" flipV="false">
            <a:off x="6604000" y="3587750"/>
            <a:ext cx="762000" cy="762000"/>
          </a:xfrm>
          <a:prstGeom prst="roundRect">
            <a:avLst>
              <a:gd name="adj" fmla="val 3333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6604000" y="44450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水源社区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7620000" y="3619500"/>
            <a:ext cx="762000" cy="762000"/>
          </a:xfrm>
          <a:prstGeom prst="roundRect">
            <a:avLst>
              <a:gd name="adj" fmla="val 3333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7620000" y="44450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F4F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为什么这个案例值得讲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651000" y="2032000"/>
            <a:ext cx="1524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68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舆情反转典型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校庆正面叙事却翻车成负面舆情，传播效果与初衷背离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334000" y="2032000"/>
            <a:ext cx="1524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4572000" y="368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课程高度契合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完美匹配《文化与科技概论》：校园文化+平台传播+舆论放大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017000" y="2032000"/>
            <a:ext cx="1524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8255000" y="368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主体感受错位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暴露官方预设内容与学生真实情感体验之间的巨大落差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805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背景：校庆微电影为什么这么敏感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2540000" cy="2540000"/>
          </a:xfrm>
          <a:prstGeom prst="roundRect">
            <a:avLst>
              <a:gd name="adj" fmla="val 5000"/>
            </a:avLst>
          </a:prstGeom>
          <a:solidFill>
            <a:srgbClr val="2F4F4F">
              <a:alpha val="10000"/>
            </a:srgbClr>
          </a:solidFill>
          <a:ln cmpd="sng" cap="flat">
            <a:solidFill>
              <a:srgbClr val="1A363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9000" y="1778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01600" blurRad="127000" algn="tl" rotWithShape="false">
              <a:srgbClr val="2F4F4F">
                <a:alpha val="2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上海交通大学130周年校庆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0" y="16510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064000" y="1841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699000" y="17780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强宣传周期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交大正处于130周年校庆的关键宣传节点，关注度空前高涨。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0" y="27305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064000" y="2921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8575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信息密集上线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官网专题网、校友返校日活动及各类校庆通知集中发布，信息密度大。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0" y="38100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064000" y="4000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699000" y="39370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校园文化鼓励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学校长期鼓励微电影等校园叙事作品，此类创作具有官方认可的底色。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0" y="48895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064000" y="5080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699000" y="50165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形象放大镜效应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在特殊时期，被视为“代表学校形象”的内容会被公众天然放大审视。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争议核心：一句台词为什么会被骂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1905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159000" y="190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男生路径：职业上升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159000" y="24130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电竞社团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转专业学习代码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实现职业成功与晋升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1651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731000" y="1905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874000" y="190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女生路径：回归家庭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74000" y="24130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舞蹈社团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经历婚育阶段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最终成为全职宝妈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F4F4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7752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问题本质：把性别未来“模板化”，忽视个体多元发展可能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52832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潜在暗示：默认男生应追求事业前途，而女生无论起点如何，终将回归家庭角色？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舆论为什么会持续发酵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1778000" cy="1778000"/>
          </a:xfrm>
          <a:prstGeom prst="roundRect">
            <a:avLst>
              <a:gd name="adj" fmla="val 1428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2F4F4F">
                <a:alpha val="15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3048000" y="1651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3020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3937000" y="1803400"/>
            <a:ext cx="723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水源社区：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追问学校表达是否失当，理性探讨争议源头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048000" y="2667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302000" y="2857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937000" y="2819400"/>
            <a:ext cx="723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小红书传播：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情绪共鸣引发快速扩散，将个体感受放大为群体声音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048000" y="3683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302000" y="3873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937000" y="3835400"/>
            <a:ext cx="723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话题升级：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焦点从“台词本身”转移到“学校究竟如何看待学生”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048000" y="4699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2F4F4F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302000" y="4889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937000" y="4851400"/>
            <a:ext cx="723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性质转变：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争议超出单条作品范畴，演变为学校的整体形象问题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29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平台如何把争议放大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1778000"/>
            <a:ext cx="1270000" cy="1270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5400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论坛平台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2286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理性辩论为主导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观点碰撞，立场对立明显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逻辑与事实的较量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604000" y="1778000"/>
            <a:ext cx="1270000" cy="1270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81280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小红书平台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2286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情绪标签化表达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情感共鸣引发病毒式传播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观点易被极端化解读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F4F4F">
              <a:alpha val="5000"/>
            </a:srgbClr>
          </a:solidFill>
          <a:ln w="12700" cmpd="sng" cap="flat">
            <a:solidFill>
              <a:srgbClr val="2F4F4F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5016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953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平台机制强化“站队”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算法推荐机制容易过滤异见，形成信息茧房，加剧群体对立。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5016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4953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同一句话，不同“事件”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平台不是传话筒，它通过重新包装内容，让同一事实呈现截然不同的面貌。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9055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分析：这件事为什么被读成“性别对立”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76400" y="18415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603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起点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048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一句带性别分工的台词，触动了传统认知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925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06900" y="18415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619500" y="2603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转折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3048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争议焦点从“是否冒犯”升级为“谁在代表谁说话”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37400" y="1841500"/>
            <a:ext cx="635000" cy="635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350000" y="2603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3048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对立标签固化，形成“男生/女生”、“事业/家庭”的二元对照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535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rcRect l="12121" r="12121" t="0" b="24242"/>
          <a:stretch>
            <a:fillRect/>
          </a:stretch>
        </p:blipFill>
        <p:spPr>
          <a:xfrm rot="0" flipH="false" flipV="false">
            <a:off x="9810750" y="1841500"/>
            <a:ext cx="76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9080500" y="2603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80500" y="3048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校园特定的叙事语境，激活了深层的身份想象与认同焦虑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69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953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b="false" i="false" strike="noStrike" u="none" sz="16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学校试图传递“多元”价值观，却因刻板的分工表述，在学生群体中引发了关于“刻板印象”的身份冲突。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这件事对《文化与科技概论》的启发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032000" cy="2032000"/>
          </a:xfrm>
          <a:prstGeom prst="roundRect">
            <a:avLst>
              <a:gd name="adj" fmla="val 125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2F4F4F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302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3733800" y="160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校园内容本质是文化生产，不仅仅是简单的信息发布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302000" y="2159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733800" y="2108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平台会重塑文化内容的意义，传播渠道决定了内容的生命力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302000" y="2667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733800" y="2616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叙事设计从来不是中性的，每一个视角都带有价值倾向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302000" y="317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733800" y="3124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“代表学校”的内容必须考虑传播后果，公共形象需要谨慎维护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02000" y="3810000"/>
            <a:ext cx="8128000" cy="1524000"/>
          </a:xfrm>
          <a:prstGeom prst="roundRect">
            <a:avLst>
              <a:gd name="adj" fmla="val 8333"/>
            </a:avLst>
          </a:prstGeom>
          <a:solidFill>
            <a:srgbClr val="2F4F4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3556000" y="4064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089400" y="4038600"/>
            <a:ext cx="698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编码-解码理论（传播学小概念）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4572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学校编码的正面叙事，学生可能解码出完全不同的刻板印象。传播不是单向灌输，而是一场关于意义的博弈。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381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0" y="952500"/>
            <a:ext cx="508000" cy="50800"/>
          </a:xfrm>
          <a:prstGeom prst="roundRect">
            <a:avLst>
              <a:gd name="adj" fmla="val 0"/>
            </a:avLst>
          </a:prstGeom>
          <a:solidFill>
            <a:srgbClr val="2F4F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70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511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1524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这不是“一条台词的小翻车”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286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25273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2540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而是“校庆叙事 → 刻板印象触发 → 平台扩散 → 校园舆情”的完整链条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302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35433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3556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启示：校园传播需要更细致的表达设计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18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2F4F4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45593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778000" y="4572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关键在于：说出来会被如何理解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5588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谢谢大家，欢迎提问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